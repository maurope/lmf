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6A60"/>
    <a:srgbClr val="F9AC66"/>
    <a:srgbClr val="ECD867"/>
    <a:srgbClr val="AED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02A767-E071-46E4-826A-AFF948E1FCB5}" v="4" dt="2026-08-28T22:20:54.5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nuela, Mauricio (Alliance Bioversity-CIAT)" userId="5f2d7de5-fb68-4816-951a-3a419e34b8b1" providerId="ADAL" clId="{242FAABE-DEE7-4B40-A8E2-C44F0FE958B3}"/>
    <pc:docChg chg="undo custSel addSld modSld">
      <pc:chgData name="Penuela, Mauricio (Alliance Bioversity-CIAT)" userId="5f2d7de5-fb68-4816-951a-3a419e34b8b1" providerId="ADAL" clId="{242FAABE-DEE7-4B40-A8E2-C44F0FE958B3}" dt="2026-08-28T22:25:58.011" v="170" actId="1076"/>
      <pc:docMkLst>
        <pc:docMk/>
      </pc:docMkLst>
      <pc:sldChg chg="addSp delSp modSp new mod">
        <pc:chgData name="Penuela, Mauricio (Alliance Bioversity-CIAT)" userId="5f2d7de5-fb68-4816-951a-3a419e34b8b1" providerId="ADAL" clId="{242FAABE-DEE7-4B40-A8E2-C44F0FE958B3}" dt="2026-08-28T22:25:58.011" v="170" actId="1076"/>
        <pc:sldMkLst>
          <pc:docMk/>
          <pc:sldMk cId="3889714809" sldId="256"/>
        </pc:sldMkLst>
        <pc:spChg chg="del">
          <ac:chgData name="Penuela, Mauricio (Alliance Bioversity-CIAT)" userId="5f2d7de5-fb68-4816-951a-3a419e34b8b1" providerId="ADAL" clId="{242FAABE-DEE7-4B40-A8E2-C44F0FE958B3}" dt="2026-08-28T22:09:56.228" v="2" actId="478"/>
          <ac:spMkLst>
            <pc:docMk/>
            <pc:sldMk cId="3889714809" sldId="256"/>
            <ac:spMk id="2" creationId="{D0A1F767-AEA9-092F-6D84-D8E96BD2BAB9}"/>
          </ac:spMkLst>
        </pc:spChg>
        <pc:spChg chg="del">
          <ac:chgData name="Penuela, Mauricio (Alliance Bioversity-CIAT)" userId="5f2d7de5-fb68-4816-951a-3a419e34b8b1" providerId="ADAL" clId="{242FAABE-DEE7-4B40-A8E2-C44F0FE958B3}" dt="2026-08-28T22:09:55.466" v="1" actId="478"/>
          <ac:spMkLst>
            <pc:docMk/>
            <pc:sldMk cId="3889714809" sldId="256"/>
            <ac:spMk id="3" creationId="{2B18E506-A1FC-12B4-EF9C-FB4870274569}"/>
          </ac:spMkLst>
        </pc:spChg>
        <pc:spChg chg="add mod">
          <ac:chgData name="Penuela, Mauricio (Alliance Bioversity-CIAT)" userId="5f2d7de5-fb68-4816-951a-3a419e34b8b1" providerId="ADAL" clId="{242FAABE-DEE7-4B40-A8E2-C44F0FE958B3}" dt="2026-08-28T22:10:46.704" v="6" actId="2085"/>
          <ac:spMkLst>
            <pc:docMk/>
            <pc:sldMk cId="3889714809" sldId="256"/>
            <ac:spMk id="4" creationId="{0F2740A0-32AE-BC40-BFBB-75531F42A976}"/>
          </ac:spMkLst>
        </pc:spChg>
        <pc:spChg chg="add mod">
          <ac:chgData name="Penuela, Mauricio (Alliance Bioversity-CIAT)" userId="5f2d7de5-fb68-4816-951a-3a419e34b8b1" providerId="ADAL" clId="{242FAABE-DEE7-4B40-A8E2-C44F0FE958B3}" dt="2026-08-28T22:20:54.579" v="151" actId="164"/>
          <ac:spMkLst>
            <pc:docMk/>
            <pc:sldMk cId="3889714809" sldId="256"/>
            <ac:spMk id="6" creationId="{EC053EFD-954A-4141-FCA7-2D135D120D35}"/>
          </ac:spMkLst>
        </pc:spChg>
        <pc:spChg chg="add mod">
          <ac:chgData name="Penuela, Mauricio (Alliance Bioversity-CIAT)" userId="5f2d7de5-fb68-4816-951a-3a419e34b8b1" providerId="ADAL" clId="{242FAABE-DEE7-4B40-A8E2-C44F0FE958B3}" dt="2026-08-28T22:20:54.579" v="151" actId="164"/>
          <ac:spMkLst>
            <pc:docMk/>
            <pc:sldMk cId="3889714809" sldId="256"/>
            <ac:spMk id="8" creationId="{0760DD3B-C9EB-4071-9074-936E1B424A5E}"/>
          </ac:spMkLst>
        </pc:spChg>
        <pc:spChg chg="add mod">
          <ac:chgData name="Penuela, Mauricio (Alliance Bioversity-CIAT)" userId="5f2d7de5-fb68-4816-951a-3a419e34b8b1" providerId="ADAL" clId="{242FAABE-DEE7-4B40-A8E2-C44F0FE958B3}" dt="2026-08-28T22:20:54.579" v="151" actId="164"/>
          <ac:spMkLst>
            <pc:docMk/>
            <pc:sldMk cId="3889714809" sldId="256"/>
            <ac:spMk id="10" creationId="{E080FF19-3C73-379A-3BA3-050878F9B61D}"/>
          </ac:spMkLst>
        </pc:spChg>
        <pc:spChg chg="add mod">
          <ac:chgData name="Penuela, Mauricio (Alliance Bioversity-CIAT)" userId="5f2d7de5-fb68-4816-951a-3a419e34b8b1" providerId="ADAL" clId="{242FAABE-DEE7-4B40-A8E2-C44F0FE958B3}" dt="2026-08-28T22:23:32.740" v="158" actId="1076"/>
          <ac:spMkLst>
            <pc:docMk/>
            <pc:sldMk cId="3889714809" sldId="256"/>
            <ac:spMk id="11" creationId="{A8502647-1FCD-F649-DEA5-30E8ABDF4106}"/>
          </ac:spMkLst>
        </pc:spChg>
        <pc:spChg chg="add mod">
          <ac:chgData name="Penuela, Mauricio (Alliance Bioversity-CIAT)" userId="5f2d7de5-fb68-4816-951a-3a419e34b8b1" providerId="ADAL" clId="{242FAABE-DEE7-4B40-A8E2-C44F0FE958B3}" dt="2026-08-28T22:20:54.579" v="151" actId="164"/>
          <ac:spMkLst>
            <pc:docMk/>
            <pc:sldMk cId="3889714809" sldId="256"/>
            <ac:spMk id="13" creationId="{665DC626-E4F5-5A62-6486-503B3B56ACF3}"/>
          </ac:spMkLst>
        </pc:spChg>
        <pc:spChg chg="add mod">
          <ac:chgData name="Penuela, Mauricio (Alliance Bioversity-CIAT)" userId="5f2d7de5-fb68-4816-951a-3a419e34b8b1" providerId="ADAL" clId="{242FAABE-DEE7-4B40-A8E2-C44F0FE958B3}" dt="2026-08-28T22:23:17.182" v="155" actId="255"/>
          <ac:spMkLst>
            <pc:docMk/>
            <pc:sldMk cId="3889714809" sldId="256"/>
            <ac:spMk id="14" creationId="{C518AB83-2A02-5F99-877D-E6ED83000A25}"/>
          </ac:spMkLst>
        </pc:spChg>
        <pc:spChg chg="add mod">
          <ac:chgData name="Penuela, Mauricio (Alliance Bioversity-CIAT)" userId="5f2d7de5-fb68-4816-951a-3a419e34b8b1" providerId="ADAL" clId="{242FAABE-DEE7-4B40-A8E2-C44F0FE958B3}" dt="2026-08-28T22:23:24.702" v="156" actId="255"/>
          <ac:spMkLst>
            <pc:docMk/>
            <pc:sldMk cId="3889714809" sldId="256"/>
            <ac:spMk id="16" creationId="{77A0BC79-5098-84F0-F87B-9F61BA02AFDE}"/>
          </ac:spMkLst>
        </pc:spChg>
        <pc:spChg chg="add mod">
          <ac:chgData name="Penuela, Mauricio (Alliance Bioversity-CIAT)" userId="5f2d7de5-fb68-4816-951a-3a419e34b8b1" providerId="ADAL" clId="{242FAABE-DEE7-4B40-A8E2-C44F0FE958B3}" dt="2026-08-28T22:24:00.988" v="164" actId="1076"/>
          <ac:spMkLst>
            <pc:docMk/>
            <pc:sldMk cId="3889714809" sldId="256"/>
            <ac:spMk id="17" creationId="{168CCA16-DBAB-A452-759A-3C5EE987B626}"/>
          </ac:spMkLst>
        </pc:spChg>
        <pc:spChg chg="add mod">
          <ac:chgData name="Penuela, Mauricio (Alliance Bioversity-CIAT)" userId="5f2d7de5-fb68-4816-951a-3a419e34b8b1" providerId="ADAL" clId="{242FAABE-DEE7-4B40-A8E2-C44F0FE958B3}" dt="2026-08-28T22:20:54.579" v="151" actId="164"/>
          <ac:spMkLst>
            <pc:docMk/>
            <pc:sldMk cId="3889714809" sldId="256"/>
            <ac:spMk id="19" creationId="{487BAC50-8444-FE1D-8641-33877F473047}"/>
          </ac:spMkLst>
        </pc:spChg>
        <pc:spChg chg="add mod">
          <ac:chgData name="Penuela, Mauricio (Alliance Bioversity-CIAT)" userId="5f2d7de5-fb68-4816-951a-3a419e34b8b1" providerId="ADAL" clId="{242FAABE-DEE7-4B40-A8E2-C44F0FE958B3}" dt="2026-08-28T22:20:54.579" v="151" actId="164"/>
          <ac:spMkLst>
            <pc:docMk/>
            <pc:sldMk cId="3889714809" sldId="256"/>
            <ac:spMk id="21" creationId="{1434FE53-7AB3-E189-EE12-A571E2BA4F75}"/>
          </ac:spMkLst>
        </pc:spChg>
        <pc:spChg chg="add mod">
          <ac:chgData name="Penuela, Mauricio (Alliance Bioversity-CIAT)" userId="5f2d7de5-fb68-4816-951a-3a419e34b8b1" providerId="ADAL" clId="{242FAABE-DEE7-4B40-A8E2-C44F0FE958B3}" dt="2026-08-28T22:23:38.420" v="159" actId="1076"/>
          <ac:spMkLst>
            <pc:docMk/>
            <pc:sldMk cId="3889714809" sldId="256"/>
            <ac:spMk id="23" creationId="{8CDBC22A-4373-B0E0-AF1A-FDB437226F64}"/>
          </ac:spMkLst>
        </pc:spChg>
        <pc:spChg chg="add mod">
          <ac:chgData name="Penuela, Mauricio (Alliance Bioversity-CIAT)" userId="5f2d7de5-fb68-4816-951a-3a419e34b8b1" providerId="ADAL" clId="{242FAABE-DEE7-4B40-A8E2-C44F0FE958B3}" dt="2026-08-28T22:23:42.892" v="160" actId="1076"/>
          <ac:spMkLst>
            <pc:docMk/>
            <pc:sldMk cId="3889714809" sldId="256"/>
            <ac:spMk id="24" creationId="{D85FEDDD-5871-8F60-55F7-09754CC3919F}"/>
          </ac:spMkLst>
        </pc:spChg>
        <pc:spChg chg="add mod">
          <ac:chgData name="Penuela, Mauricio (Alliance Bioversity-CIAT)" userId="5f2d7de5-fb68-4816-951a-3a419e34b8b1" providerId="ADAL" clId="{242FAABE-DEE7-4B40-A8E2-C44F0FE958B3}" dt="2026-08-28T22:23:46.484" v="161" actId="1076"/>
          <ac:spMkLst>
            <pc:docMk/>
            <pc:sldMk cId="3889714809" sldId="256"/>
            <ac:spMk id="26" creationId="{12FFB2B9-977B-AC0E-D454-58BA5C1F66A3}"/>
          </ac:spMkLst>
        </pc:spChg>
        <pc:spChg chg="add mod">
          <ac:chgData name="Penuela, Mauricio (Alliance Bioversity-CIAT)" userId="5f2d7de5-fb68-4816-951a-3a419e34b8b1" providerId="ADAL" clId="{242FAABE-DEE7-4B40-A8E2-C44F0FE958B3}" dt="2026-08-28T22:23:49.717" v="162" actId="1076"/>
          <ac:spMkLst>
            <pc:docMk/>
            <pc:sldMk cId="3889714809" sldId="256"/>
            <ac:spMk id="28" creationId="{CE2BC2C3-BBCC-1D54-9A1B-67205AAB4434}"/>
          </ac:spMkLst>
        </pc:spChg>
        <pc:spChg chg="add mod">
          <ac:chgData name="Penuela, Mauricio (Alliance Bioversity-CIAT)" userId="5f2d7de5-fb68-4816-951a-3a419e34b8b1" providerId="ADAL" clId="{242FAABE-DEE7-4B40-A8E2-C44F0FE958B3}" dt="2026-08-28T22:23:52.956" v="163" actId="1076"/>
          <ac:spMkLst>
            <pc:docMk/>
            <pc:sldMk cId="3889714809" sldId="256"/>
            <ac:spMk id="30" creationId="{2463E027-2C1D-C40A-C639-9A202730D244}"/>
          </ac:spMkLst>
        </pc:spChg>
        <pc:grpChg chg="mod">
          <ac:chgData name="Penuela, Mauricio (Alliance Bioversity-CIAT)" userId="5f2d7de5-fb68-4816-951a-3a419e34b8b1" providerId="ADAL" clId="{242FAABE-DEE7-4B40-A8E2-C44F0FE958B3}" dt="2026-08-28T22:23:29.989" v="157" actId="1076"/>
          <ac:grpSpMkLst>
            <pc:docMk/>
            <pc:sldMk cId="3889714809" sldId="256"/>
            <ac:grpSpMk id="31" creationId="{54C59BF4-CDD5-3C60-4F31-35135AC69E49}"/>
          </ac:grpSpMkLst>
        </pc:grpChg>
        <pc:picChg chg="add mod">
          <ac:chgData name="Penuela, Mauricio (Alliance Bioversity-CIAT)" userId="5f2d7de5-fb68-4816-951a-3a419e34b8b1" providerId="ADAL" clId="{242FAABE-DEE7-4B40-A8E2-C44F0FE958B3}" dt="2026-08-28T22:25:58.011" v="170" actId="1076"/>
          <ac:picMkLst>
            <pc:docMk/>
            <pc:sldMk cId="3889714809" sldId="256"/>
            <ac:picMk id="3" creationId="{6DDD1646-5403-E694-6E91-ACA365269FE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DF91-304E-0B5A-1A8A-DDCB436BD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F92C7-9ACD-A608-9C16-6E58595A2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CFB2C-56A9-FEBC-6782-C7F7888C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934B-A016-4AB8-84C2-EBB8083C91C0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BED9F-E432-1E11-E037-EDB09E76F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01A02-2D88-9442-4191-3E29B73C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63EFC-3356-455A-AC2D-B64FAE35E5E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1908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C97F9-6A56-2277-DBFD-46E64A025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ACB00-FF9C-DE53-1885-6589A4C31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9A4E7-772C-81EB-6936-5AC76B536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934B-A016-4AB8-84C2-EBB8083C91C0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744BE-5B76-D73E-7B2E-4BB16327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70BD4-62F0-FE52-DFB3-7B5811A9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63EFC-3356-455A-AC2D-B64FAE35E5E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894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3ADB6-1094-9109-F049-124FD1286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C29FA-567E-FE49-C7E8-78C3F9BC9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B9506-82D7-7FC2-14C5-D0DA5A210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934B-A016-4AB8-84C2-EBB8083C91C0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D1BA5-4A4A-0081-6D5E-DC191779F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99B23-3094-410C-0C9E-65E0ECAA7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63EFC-3356-455A-AC2D-B64FAE35E5E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9394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4B13F-838D-ED03-80F3-215CAB895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6D820-584C-64F4-388A-53C2501CF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AEDA74-343E-7837-550E-88AA4166D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DCF4F-4FC2-65EF-9309-DD7C5A8DC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934B-A016-4AB8-84C2-EBB8083C91C0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5B510-2625-CE04-ECBD-183F7A8B2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225FA-A99B-17A4-683B-C654827F3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63EFC-3356-455A-AC2D-B64FAE35E5E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0519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DD770-DFFD-5B26-9ABD-0FAC70961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7580C-9380-4494-D9C1-16C72FB4B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025A76-0808-1021-18F9-A1C9E2AEC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B9E78F-B52B-944C-EEF1-6253864C3D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E7AEE9-5076-E208-7F39-5A9ABCDB7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E45933-466B-CEC6-0A23-4A4C0B26E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934B-A016-4AB8-84C2-EBB8083C91C0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2ADD20-2E90-EF1D-BC6F-5569988AF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2E8D17-A3E8-A0AD-D53D-9C333313A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63EFC-3356-455A-AC2D-B64FAE35E5E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907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D8B4-F901-CE8E-4CD6-FC4BAE087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5D6413-7C15-076D-A9B4-9B785A5BA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934B-A016-4AB8-84C2-EBB8083C91C0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4863A-B9D1-D4FB-ADA1-15EB4162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1BFA2-7705-5D16-B780-AEC02FEF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63EFC-3356-455A-AC2D-B64FAE35E5E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8713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FAFBE5-9D11-D374-C4FA-B71351061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934B-A016-4AB8-84C2-EBB8083C91C0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F471D3-FA3D-AD2F-DF92-2569EE11F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C366B-8244-CAE3-90C6-554834977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63EFC-3356-455A-AC2D-B64FAE35E5E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4787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0ABE5-F060-0658-55FC-A0D065CAE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84B90-C191-F9F8-5C81-15951CF06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FC5AD-C22A-8AF8-A6D4-B668D2670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1F52F-834A-2F75-5DC9-43DEA2403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934B-A016-4AB8-84C2-EBB8083C91C0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CE40C-6441-CEBC-765E-58DDC444F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319B7-368C-DD75-6D7F-CD037E7B1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63EFC-3356-455A-AC2D-B64FAE35E5E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177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EFE25-4029-6021-4AF6-13069B92E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1D2B3B-726F-8F1B-57A9-2DF16C4367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12E37-1116-B976-BF2C-B0EDE74AF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01CAC-2A45-5227-F543-EDFCB7322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934B-A016-4AB8-84C2-EBB8083C91C0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FF6FD-F0DA-BC6C-06C2-4E3A22F6B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D4665-931B-978A-882A-357317195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63EFC-3356-455A-AC2D-B64FAE35E5E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6843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3ADF-55D5-A69D-636D-382FCA627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4B3BAA-16EB-F219-19C9-0CFA6BE39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DAADE-A7A1-78D9-2145-7CE1DEB36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934B-A016-4AB8-84C2-EBB8083C91C0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F8CF0-F8D0-CA9B-237C-600A6E08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2C400-DF1F-6964-8A97-30067815A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63EFC-3356-455A-AC2D-B64FAE35E5E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3590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9F1EFE-B5DD-3A49-53F4-D0672452A2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31D236-3F54-722F-3356-C31A6DE3E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B5E25-209D-6AE7-DD12-D07972869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934B-A016-4AB8-84C2-EBB8083C91C0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4F23A-A7E1-99DD-E305-6A28960B1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92244-FEAE-B9E7-54BB-C5478DE1A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63EFC-3356-455A-AC2D-B64FAE35E5E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2941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9ED6FC-00DA-88DE-31AF-6E0CC1A2C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B8CC8-2652-A8EC-4761-B530814C3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C7A36-4C75-4BAA-15C5-3C1B869A4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98934B-A016-4AB8-84C2-EBB8083C91C0}" type="datetimeFigureOut">
              <a:rPr lang="es-CO" smtClean="0"/>
              <a:t>28/08/2026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76DEB-DE3B-3B11-05F8-C02735BF6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712B9-1B6F-B4DA-FB60-E68114B9DC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63EFC-3356-455A-AC2D-B64FAE35E5E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804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4C59BF4-CDD5-3C60-4F31-35135AC69E49}"/>
              </a:ext>
            </a:extLst>
          </p:cNvPr>
          <p:cNvGrpSpPr/>
          <p:nvPr/>
        </p:nvGrpSpPr>
        <p:grpSpPr>
          <a:xfrm>
            <a:off x="2977675" y="2105677"/>
            <a:ext cx="3118325" cy="3219977"/>
            <a:chOff x="2767713" y="1059418"/>
            <a:chExt cx="4179187" cy="431785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F2740A0-32AE-BC40-BFBB-75531F42A976}"/>
                </a:ext>
              </a:extLst>
            </p:cNvPr>
            <p:cNvSpPr/>
            <p:nvPr/>
          </p:nvSpPr>
          <p:spPr>
            <a:xfrm>
              <a:off x="3987800" y="2095500"/>
              <a:ext cx="1479550" cy="1333500"/>
            </a:xfrm>
            <a:prstGeom prst="rect">
              <a:avLst/>
            </a:prstGeom>
            <a:solidFill>
              <a:srgbClr val="AED3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C053EFD-954A-4141-FCA7-2D135D120D35}"/>
                </a:ext>
              </a:extLst>
            </p:cNvPr>
            <p:cNvSpPr/>
            <p:nvPr/>
          </p:nvSpPr>
          <p:spPr>
            <a:xfrm>
              <a:off x="5467350" y="2095500"/>
              <a:ext cx="1479550" cy="1333500"/>
            </a:xfrm>
            <a:prstGeom prst="rect">
              <a:avLst/>
            </a:prstGeom>
            <a:solidFill>
              <a:srgbClr val="ECD8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60DD3B-C9EB-4071-9074-936E1B424A5E}"/>
                </a:ext>
              </a:extLst>
            </p:cNvPr>
            <p:cNvSpPr/>
            <p:nvPr/>
          </p:nvSpPr>
          <p:spPr>
            <a:xfrm>
              <a:off x="3987800" y="3429000"/>
              <a:ext cx="1479550" cy="1333500"/>
            </a:xfrm>
            <a:prstGeom prst="rect">
              <a:avLst/>
            </a:prstGeom>
            <a:solidFill>
              <a:srgbClr val="F9A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080FF19-3C73-379A-3BA3-050878F9B61D}"/>
                </a:ext>
              </a:extLst>
            </p:cNvPr>
            <p:cNvSpPr/>
            <p:nvPr/>
          </p:nvSpPr>
          <p:spPr>
            <a:xfrm>
              <a:off x="5467350" y="3429000"/>
              <a:ext cx="1479550" cy="1333500"/>
            </a:xfrm>
            <a:prstGeom prst="rect">
              <a:avLst/>
            </a:prstGeom>
            <a:solidFill>
              <a:srgbClr val="E06A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Arrow: Up-Down 10">
              <a:extLst>
                <a:ext uri="{FF2B5EF4-FFF2-40B4-BE49-F238E27FC236}">
                  <a16:creationId xmlns:a16="http://schemas.microsoft.com/office/drawing/2014/main" id="{A8502647-1FCD-F649-DEA5-30E8ABDF4106}"/>
                </a:ext>
              </a:extLst>
            </p:cNvPr>
            <p:cNvSpPr/>
            <p:nvPr/>
          </p:nvSpPr>
          <p:spPr>
            <a:xfrm>
              <a:off x="3526382" y="2661986"/>
              <a:ext cx="207877" cy="1750594"/>
            </a:xfrm>
            <a:prstGeom prst="up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" name="Arrow: Up-Down 12">
              <a:extLst>
                <a:ext uri="{FF2B5EF4-FFF2-40B4-BE49-F238E27FC236}">
                  <a16:creationId xmlns:a16="http://schemas.microsoft.com/office/drawing/2014/main" id="{665DC626-E4F5-5A62-6486-503B3B56ACF3}"/>
                </a:ext>
              </a:extLst>
            </p:cNvPr>
            <p:cNvSpPr/>
            <p:nvPr/>
          </p:nvSpPr>
          <p:spPr>
            <a:xfrm rot="5400000">
              <a:off x="5363411" y="817146"/>
              <a:ext cx="207878" cy="1750594"/>
            </a:xfrm>
            <a:prstGeom prst="up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518AB83-2A02-5F99-877D-E6ED83000A25}"/>
                </a:ext>
              </a:extLst>
            </p:cNvPr>
            <p:cNvSpPr txBox="1"/>
            <p:nvPr/>
          </p:nvSpPr>
          <p:spPr>
            <a:xfrm>
              <a:off x="4485125" y="1059418"/>
              <a:ext cx="2220619" cy="4127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Methane Intensity</a:t>
              </a:r>
              <a:endParaRPr lang="es-CO" sz="1400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7A0BC79-5098-84F0-F87B-9F61BA02AFDE}"/>
                </a:ext>
              </a:extLst>
            </p:cNvPr>
            <p:cNvSpPr txBox="1"/>
            <p:nvPr/>
          </p:nvSpPr>
          <p:spPr>
            <a:xfrm rot="16200000">
              <a:off x="1025678" y="3222758"/>
              <a:ext cx="3896553" cy="4124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Truly  Digested Dry Matter (TDDM)</a:t>
              </a:r>
              <a:endParaRPr lang="es-CO" sz="14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68CCA16-DBAB-A452-759A-3C5EE987B626}"/>
                </a:ext>
              </a:extLst>
            </p:cNvPr>
            <p:cNvSpPr txBox="1"/>
            <p:nvPr/>
          </p:nvSpPr>
          <p:spPr>
            <a:xfrm>
              <a:off x="6383976" y="1411195"/>
              <a:ext cx="37702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+</a:t>
              </a:r>
              <a:endParaRPr lang="es-CO" sz="28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87BAC50-8444-FE1D-8641-33877F473047}"/>
                </a:ext>
              </a:extLst>
            </p:cNvPr>
            <p:cNvSpPr txBox="1"/>
            <p:nvPr/>
          </p:nvSpPr>
          <p:spPr>
            <a:xfrm>
              <a:off x="3334067" y="2015472"/>
              <a:ext cx="37702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+</a:t>
              </a:r>
              <a:endParaRPr lang="es-CO" sz="28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434FE53-7AB3-E189-EE12-A571E2BA4F75}"/>
                </a:ext>
              </a:extLst>
            </p:cNvPr>
            <p:cNvSpPr txBox="1"/>
            <p:nvPr/>
          </p:nvSpPr>
          <p:spPr>
            <a:xfrm>
              <a:off x="4125168" y="1412678"/>
              <a:ext cx="3064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-</a:t>
              </a:r>
              <a:endParaRPr lang="es-CO" sz="28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CDBC22A-4373-B0E0-AF1A-FDB437226F64}"/>
                </a:ext>
              </a:extLst>
            </p:cNvPr>
            <p:cNvSpPr txBox="1"/>
            <p:nvPr/>
          </p:nvSpPr>
          <p:spPr>
            <a:xfrm>
              <a:off x="3430751" y="4274265"/>
              <a:ext cx="3064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-</a:t>
              </a:r>
              <a:endParaRPr lang="es-CO" sz="28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85FEDDD-5871-8F60-55F7-09754CC3919F}"/>
                </a:ext>
              </a:extLst>
            </p:cNvPr>
            <p:cNvSpPr txBox="1"/>
            <p:nvPr/>
          </p:nvSpPr>
          <p:spPr>
            <a:xfrm>
              <a:off x="4353127" y="2488057"/>
              <a:ext cx="6399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Q1</a:t>
              </a:r>
              <a:endParaRPr lang="es-CO" sz="28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2FFB2B9-977B-AC0E-D454-58BA5C1F66A3}"/>
                </a:ext>
              </a:extLst>
            </p:cNvPr>
            <p:cNvSpPr txBox="1"/>
            <p:nvPr/>
          </p:nvSpPr>
          <p:spPr>
            <a:xfrm>
              <a:off x="5744058" y="2500638"/>
              <a:ext cx="6399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Q2</a:t>
              </a:r>
              <a:endParaRPr lang="es-CO" sz="28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E2BC2C3-BBCC-1D54-9A1B-67205AAB4434}"/>
                </a:ext>
              </a:extLst>
            </p:cNvPr>
            <p:cNvSpPr txBox="1"/>
            <p:nvPr/>
          </p:nvSpPr>
          <p:spPr>
            <a:xfrm>
              <a:off x="4339787" y="3791332"/>
              <a:ext cx="6399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Q3</a:t>
              </a:r>
              <a:endParaRPr lang="es-CO" sz="28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463E027-2C1D-C40A-C639-9A202730D244}"/>
                </a:ext>
              </a:extLst>
            </p:cNvPr>
            <p:cNvSpPr txBox="1"/>
            <p:nvPr/>
          </p:nvSpPr>
          <p:spPr>
            <a:xfrm>
              <a:off x="5744058" y="3728116"/>
              <a:ext cx="6399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Q4</a:t>
              </a:r>
              <a:endParaRPr lang="es-CO" sz="2800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DDD1646-5403-E694-6E91-ACA365269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108" y="2105677"/>
            <a:ext cx="3035148" cy="317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714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Penuela, Mauricio (Alliance Bioversity-CIAT)</dc:creator>
  <cp:lastModifiedBy>Penuela, Mauricio (Alliance Bioversity-CIAT)</cp:lastModifiedBy>
  <cp:revision>1</cp:revision>
  <dcterms:created xsi:type="dcterms:W3CDTF">2026-08-28T22:09:52Z</dcterms:created>
  <dcterms:modified xsi:type="dcterms:W3CDTF">2026-08-28T22:25:58Z</dcterms:modified>
</cp:coreProperties>
</file>